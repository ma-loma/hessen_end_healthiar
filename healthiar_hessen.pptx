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Healthiar Hessen: Lärmbelastung und Gesundheitsauswirkungen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Kopieren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aufbereiten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Möglichst alle Daten sollen im long-format verfügbare sein.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Gesundheitsauswirkungen: HA, HSD, Leseverständnis.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healthiar_hessen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im Kreis Groß-Gerau</a:t>
            </a:r>
          </a:p>
        </p:txBody>
      </p:sp>
      <p:pic>
        <p:nvPicPr>
          <p:cNvPr descr="healthiar_hessen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Healthiar Hessen: Lärmbelastung und Gesundheitsauswirkungen</dc:title>
  <dc:creator>Matthias Lochmann</dc:creator>
  <cp:keywords/>
  <dcterms:created xsi:type="dcterms:W3CDTF">2026-01-05T16:55:43Z</dcterms:created>
  <dcterms:modified xsi:type="dcterms:W3CDTF">2026-01-05T16:55:43Z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format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