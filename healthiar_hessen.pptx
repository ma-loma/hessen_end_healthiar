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Krankheitslast durch Umgebungslärm in Hessen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Matthias Lochmann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Einführung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Dieses Dokument analysiert die Lärmbelastung in Hessen und berechnet die damit verbundenen Gesundheitsauswirkungen. Die Analyse basiert auf Daten des HLNUG und ETCHE-Funktionen.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laden und vorbereiten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ETCHE-, HLNUG- sowie Destatis Daten laden.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Expositionsdaten aufbereiten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Möglichst alle Daten sollen im long-format verfügbare sein.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Funktion zur Berechnung der Gesundheitsauswirkungen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Expositionsdaten und ERF-Funktionen zusammenführen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für verschiedene Lärmquellen berechnen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Hier beispielshaft für einige Gesundheitsauswirkungen: HA, HSD, Leseverständnis.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Visualisierungen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Lärmbelastung in Hessen nach Kreisen</a:t>
            </a:r>
          </a:p>
        </p:txBody>
      </p:sp>
      <p:pic>
        <p:nvPicPr>
          <p:cNvPr descr="healthiar_hessen_files/figure-pptx/plot-exposure-hesse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Gesundheitsauswirkungen im Kreis Groß-Gerau</a:t>
            </a:r>
          </a:p>
        </p:txBody>
      </p:sp>
      <p:pic>
        <p:nvPicPr>
          <p:cNvPr descr="healthiar_hessen_files/figure-pptx/plot-exposure-kreis-g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Krankheitslast durch Umgebungslärm in Hessen</dc:title>
  <dc:creator>Matthias Lochmann</dc:creator>
  <cp:keywords/>
  <dcterms:created xsi:type="dcterms:W3CDTF">2026-03-17T17:36:58Z</dcterms:created>
  <dcterms:modified xsi:type="dcterms:W3CDTF">2026-03-17T17:36:58Z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